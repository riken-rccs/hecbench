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377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Kokkos Porting Study:
HeCBench Benchmarks on NVIDIA GB10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Performance Comparison: Kokkos/CUDA vs. Native CUDA
Platform: NVIDIA GB10 (sm_121 / Blackwell)  ·  CUDA 13.0  ·  Kokkos 4.x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7FF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Background: GPU Programming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7FF"/>
                </a:solidFill>
              </a:rPr>
              <a:t>The heterogeneous computing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GPUs are now central to HPC and AI workloads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NVIDIA CUDA dominates but AMD (HIP/ROCm) and Intel (SYCL) are growing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5681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Portability is increasingly important: write once, run on multiple architectures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408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Kokkos: a C++ performance portability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Provides unified abstractions: parallel_for, parallel_reduce, parallel_scan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Backends: CUDA, HIP, SYCL, OpenMP, Serial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Part of the US Exascale Computing Project (ECP)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770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HeCBench: a collection of ~500+ benchmarks covering diverse workloads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Maintained with CUDA, HIP, OpenMP, SYCL variants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451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Kokkos coverage was limited — only 14 of ~478 benchmarks ported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7FF"/>
                </a:solidFill>
              </a:rPr>
              <a:t>Why port HeCBench to Kokkos?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Expanding Kokkos coverage enables cross-platform performance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Quantify the abstraction overhead of Kokkos vs. hand-written CUDA kernels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5681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Identify workload classes where Kokkos performs competitively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408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Validate correctness of Kokkos implementations vs. reference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249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Selected 5 representative benchmarks (6-hour study scope):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BabelStream  — memory-bandwidth stress test (STREAM benchmark family)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Bilateral Filter — 2-D stencil / image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Attention  — AI/ML self-attention operator (dot-product + softmax)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Bitonic Sort  — parallel sorting 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451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atan2  — compute-bound element-wise polynomial math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7FF"/>
                </a:solidFill>
              </a:rPr>
              <a:t>Porting approach and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Porting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Read CUDA kernel; translate __global__ + cudaMalloc/Memcpy to Kokkos equivalents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5681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CUDA __global__ → Kokkos::parallel_for / parallel_reduce  (KOKKOS_LAMBDA)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4086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cudaMalloc / cudaMemcpy → Kokkos::View / Kokkos::deep_copy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Device sync → Kokkos::fence()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Verified correctness against original reference (CPU)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930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Build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nvcc_wrapper from Kokkos install  ·  -std=c++20  ·  -arch=sm_121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Linked against: libkokkoscore, libkokkoscontainers, libkokkosalgorithms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45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NVIDIA GB10 (Blackwell, sm_121)  ·  CUDA 13.0 Driver 580.95.05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132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Kokkos 4.x  (cmake install at ~/kokkos-install)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7972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Measurement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813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Wall-clock time from std::chrono::steady_clock; 20–100 repetitions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653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Report average (excluding first warm-up run for BabelStream)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Benchmark Descriptions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7FF"/>
                </a:solidFill>
              </a:rPr>
              <a:t>Five workloads spanning distinct compute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BabelStream — memory bandwidth (STREAM)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Copy / Mul / Add / Triad / Dot / NStream  ·  2²⁵ float elements  ·  Roofline: bandwidth-bound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5681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Bilateral Filter — 2-D stencil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4086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Range × spatial Gaussian weights on 1024×1024 image  ·  3×3, 6×6, 9×9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Compute-intensive: O(N·R²) FLOPs  —  benefits from data locality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08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Attention — reduced-complexity self-attention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dot(key, query) → softmax scores → weighted sum of values  ·  n=4096, d=256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Mix of reductions and matrix-vector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6110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Bitonic Sort — divide-and-conquer parallel 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451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2²³ = 8 M integers  ·  O(N log² N) comparisons across O(log² N) kernel launches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29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atan2 — polynomial element-wise math (3 output types)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132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Sum of 7 polynomial approximations of atan2 (degrees 3–15)  ·  1 M elements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972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Output types: f32, i32, i16  —  highly compute-bound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Correctness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7FF"/>
                </a:solidFill>
              </a:rPr>
              <a:t>All Kokkos implementations validated against CPU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Verification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Each benchmark ships a reference CPU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5681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Kokkos GPU output compared to reference: PASS/FAIL or 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408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BabelStream  — no correctness check (output ignored; bandwidth 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Bilateral Filter  — PASS on all three window radii (3, 6, 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  Tolerance: |output - reference| ≤ 1×10⁻³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Attention  — RMSE = 0.000000 (numerically exact on GPU)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Bitonic Sort  — PASS (output matches serial sort byte-for-byte)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451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atan2  — RMSE = 0 for f32, i32, i16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29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Issues found &amp; fixed during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132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bilateral-kokkos: copyback wrote into source buffer instead of output 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972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atan2-kokkos: extra closing parenthesis in polynomial constant (P&lt;13&gt;)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813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attention-kokkos: parallel_reduce + per-element write in same policy (correct by design)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Performance: BabelStream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7FF"/>
                </a:solidFill>
              </a:rPr>
              <a:t>Memory bandwidth (MB/s) — float, 2²⁵ elements, 20 repeats  |  higher is better</a:t>
            </a:r>
          </a:p>
        </p:txBody>
      </p:sp>
      <p:pic>
        <p:nvPicPr>
          <p:cNvPr id="5" name="Picture 4" descr="babel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Performance: Bilateral Filter  &amp; 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7FF"/>
                </a:solidFill>
              </a:rPr>
              <a:t>Execution time (ms) — lower is better</a:t>
            </a:r>
          </a:p>
        </p:txBody>
      </p:sp>
      <p:pic>
        <p:nvPicPr>
          <p:cNvPr id="5" name="Picture 4" descr="bilat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486400" cy="3657600"/>
          </a:xfrm>
          <a:prstGeom prst="rect">
            <a:avLst/>
          </a:prstGeom>
        </p:spPr>
      </p:pic>
      <p:pic>
        <p:nvPicPr>
          <p:cNvPr id="6" name="Picture 5" descr="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Performance: Bitonic Sort  &amp;  atan2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7FF"/>
                </a:solidFill>
              </a:rPr>
              <a:t>Execution time   —   lower is better</a:t>
            </a:r>
          </a:p>
        </p:txBody>
      </p:sp>
      <p:pic>
        <p:nvPicPr>
          <p:cNvPr id="5" name="Picture 4" descr="bitonic_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486400" cy="5486400"/>
          </a:xfrm>
          <a:prstGeom prst="rect">
            <a:avLst/>
          </a:prstGeom>
        </p:spPr>
      </p:pic>
      <p:pic>
        <p:nvPicPr>
          <p:cNvPr id="6" name="Picture 5" descr="at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Summary: Kokkos/CUDA Performance Relative to Native CUDA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7FF"/>
                </a:solidFill>
              </a:rPr>
              <a:t>NVIDIA GB10 (sm_121, CUDA 13.0)  |  ratio = CUDA time / Kokkos time  (1.0 = parity)</a:t>
            </a:r>
          </a:p>
        </p:txBody>
      </p:sp>
      <p:pic>
        <p:nvPicPr>
          <p:cNvPr id="5" name="Picture 4" descr="summary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7FF"/>
                </a:solidFill>
              </a:rPr>
              <a:t>Interpreting the Kokkos vs. CUDA performance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Memory-bandwidth-bound workloads (BabelStream): near-parity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Kokkos achieves 83–99% of native CUDA bandwidth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5681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Bottleneck is DRAM throughput, not kernel overhead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408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Compute-bound workloads show 1.7×–2.8×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atan2 (i16, i32): ~2.5–2.8× slower — many small kernel launches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Bilateral filter: ~2.7× slower — CUDA uses well-tuned 16×16 thread block vs. Kokkos MDRangePolicy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Bitonic sort: ~1.6× slower — O(log² N) repeated launches, overhead accumulates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770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Root causes of Kokkos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Launch overhead: KOKKOS_LAMBDA compiles to fat device lambdas with extra wrapper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451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MDRangePolicy tiling not always optimal vs. CUDA 2D block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Attention parallel_reduce incurs separate fence per iteration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413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Potential optimisations (future work)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972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Tune tile sizes in MDRangePolicy for bilateral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813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Fuse atan2 kernels into a single persistent-thread 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653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Use TeamPolicy + scratch memory for bilateral to exploit shared memory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Successfully ported 5 HeCBench benchmarks to Kokkos (billing 14 → 19 Kokkos ports)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727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All Kokkos implementations pass correctness checks vs. CPU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5681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Memory-bandwidth-bound workloads (BabelStream) achieve near-parity (95±4%)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408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Compute-bound and launch-overhead-sensitive kernels show 1.6×–2.8× degradation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The ported Kokkos code is compile-time portable across CUDA, HIP, SYCL, OpenMP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Key takeaway: Kokkos adds &lt;5% cost for memory-bound code but 2–3× for small, compute-intensive kernels dominated by launch overhead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930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7705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Tune tile sizes and use shared memory (TeamPolicy) for bilateral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611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Install ROCm + HIP for AMD GPU comparison on the full benchmark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451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– Extend portings to the remaining ~459 unported HeCBench CUDA benchmarks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