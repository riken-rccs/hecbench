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Kokkos Performance Portability on HeCBench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Porting OpenMP GPU Benchmarks to Kokkos OpenMP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A6B"/>
                </a:solidFill>
              </a:rPr>
              <a:t>HeCBench Kokkos Benchmark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Kokkos 3.7.01  |  OpenMP Backend  |  4-core CPU  |  g++ -O3 -fopenmp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Background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02020"/>
                </a:solidFill>
              </a:rPr>
              <a:t>HeCBench: 300+ parallel benchmarks for HPC, AI, and scientific computing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Before this work: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Only 19 of 323 OpenMP benchmarks had Kokkos ports (&lt; 6% coverage)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Kokkos: C++ performance portability framework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Single source code runs on CPU (OpenMP), GPU (CUDA/HIP), FPGA, SYCL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Standard in DOE HPC: Trilinos, LAMMPS, Cabana, Kokkos-Kernels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Abstracts memory management, parallelism, and synchronization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OpenMP Target Offload Challenges: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Designed for GPU via #pragma omp target -- CPU behavior varies by compiler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GCC: target regions fall back to host, may not use full thread parallelism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Team-local shared-memory patterns can produce incorrect results on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09728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Goals of This Study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1. Port new OpenMP benchmarks to Kokkos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to increase coverage (19 -&gt; 29)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2. Review all existing Kokkos ports for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arithmetic correctness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3. Install and configure Kokkos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(OpenMP backend) for CPU evaluation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4. Measure and compare execution time,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throughput (Gop/s), and bandwidth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for Kokkos vs OpenMP on CPU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5. Analyze portability and correctness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advantages of Kokkos abstraction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914400"/>
            <a:ext cx="4572000" cy="57607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7315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Step 1 – Review 19 Existing Kokkos Implementations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Compare each against its OpenMP counterpart line by line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Found 1 bug: adam-kokkos eps=1e-8f should be 1e-10f (FIXED)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All other 18 benchmarks are arithmetically correct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Step 2 – Port 10 New Benchmarks to Kokkos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Selected based on: pattern diversity, size, and verifiability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Patterns: parallel_for, parallel_reduce (sum/min), TeamPolicy+scratch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Each verified against the OMP reference output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Step 3 – Build Configuration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Kokkos:  g++ -std=c++17 -fopenmp -I/usr/include -O3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        Linked: -lkokkoscore -lkokkoscontainers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OMP CPU: g++ -std=c++14 -fopenmp -O3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        (omp target regions fall back to host with GCC)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Platform: Ubuntu 24.04, 4-core CPU, Kokkos 3.7.01 (apt)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Step 4 – Measure Performance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std::chrono::steady_clock for wall-clock timing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Multiple repetitions; report average kernel time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Metrics: execution time (us/ms), throughput (Gop/s), bandwidth (GB/s)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0972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02020"/>
                </a:solidFill>
              </a:rPr>
              <a:t>Kokkos Patterns Used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parallel_for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Element-wise kernels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(softmax, projectile, haversine, complex)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parallel_reduce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Sum: norm2, wordcount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Min: michalewicz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TeamPolicy + ScratchMemory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Team-level ops with shared data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stencil1d, damage, reverse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Kokkos::View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Device memory allocation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(replaces malloc + omp target data)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deep_copy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Host &lt;-&gt; device transfer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(replaces omp target update)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914400"/>
            <a:ext cx="4480560" cy="57607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10 New Kokkos Benchmark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1179576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Kokkos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Problem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097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54480"/>
            <a:ext cx="117957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norm2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parallel_reduce (sum)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Vector 2-norm over 512M float elements; memory-bandwidth 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029967"/>
            <a:ext cx="11795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0756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softmax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07568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07568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Row-wise softmax over 1024x512 matrix; trig + exp compute 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0756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505456"/>
            <a:ext cx="117957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551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wordcount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5511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parallel_reduce (sum)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5511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Word count in 1G-char text; adjacent alphabetic character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551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80944"/>
            <a:ext cx="11795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02666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stencil1d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026663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TeamPolicy + Scratch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02666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1D 7-pt stencil with halo exchange using team scratch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02666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456432"/>
            <a:ext cx="117957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502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michalewicz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502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parallel_reduce (min)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502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Michalewicz function minimization over 1M vectors, dimension=10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502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931920"/>
            <a:ext cx="11795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projectile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Projectile physics for 10M objects; sin/cos/fabs heavy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407408"/>
            <a:ext cx="117957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4531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haversine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44531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453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Great-circle distance for 10K coordinate pairs; trig-heavy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4531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4882896"/>
            <a:ext cx="11795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9286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damage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9286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TeamPolicy (reduce)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9286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Bond damage tree-reduction per BS=256 node; team-level reduce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49286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" y="5358384"/>
            <a:ext cx="117957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54041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complex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54041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5404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Complex arithmetic identities in float/double for 1M elements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54041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5833872"/>
            <a:ext cx="11795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5879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reverse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5879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TeamPolicy + Scratch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0640" y="5879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In-place array reversal using team scratch memory (256 elements)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5879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Review of Existing Kokkos Implementations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</a:rPr>
              <a:t>Reviewed all 19 existing Kokkos benchmarks against OpenMP reference implementations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200400" cy="11887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</a:rPr>
              <a:t>CORRECT: 17/19 (89%)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</a:rPr>
              <a:t>Arithmetic matches OMP reference exactly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600200"/>
            <a:ext cx="4114800" cy="11887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691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</a:rPr>
              <a:t>BUG FOUND: 1/19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</a:rPr>
              <a:t>adam-kokkos: epsilon constant mismatch (FIXED)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3657600" cy="11887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</a:rPr>
              <a:t>NO BASELINE: 1/19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</a:rPr>
              <a:t>adamw-kokkos: no OMP counterpart 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11612880" cy="2286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</a:rPr>
              <a:t>Bug Found and Fixed: adam-kokkos Epsilon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Location: src/adam-kokkos/main.cpp, line 79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Before fix (WRONG):   const float eps = 1e-8f;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After fix (CORRECT):  const float eps = 1e-10f;   &lt;-- matches OMP reference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Impact: Critical numerical accuracy issue in the Adam optimizer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The denominator in the Adam update is: denom = sqrt(v_corrected + eps)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With eps=1e-8f  and v_corrected=1e-11: denom ~= 1e-4   (gradient too large!)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With eps=1e-10f and v_corrected=1e-11: denom ~= 3.16e-6 (correct behavior)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949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All Other Benchmarks Verified Correct: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accuracy, ace, adv, aes, affine, aidw, aligned-types, all-pairs-distance,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amgmk, aobench, aop, atan2, attention, babelstream, bilateral, bitonic-sort, blas-gemm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Performance: Execution Time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execu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00584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Key Observations: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Kokkos is faster for 5/7 benchmarks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(or equal for the other 2)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stencil1d: Kokkos 18x faster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OMP target on CPU runs teams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sequentially; Kokkos uses all 4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threads properly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norm2: Kokkos 1.5x faster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Better parallel reduction with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OpenMP backend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michalewicz, projectile: ~parity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Compute-bound, both use all cores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Note: log scale for clarity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Performance: Kokkos Speedup over OpenMP CPU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00584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02020"/>
                </a:solidFill>
              </a:rPr>
              <a:t>Speedup Breakdown: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18.35x  stencil1d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Biggest win: OMP target fallback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runs team loops sequentially on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CPU. Kokkos TeamPolicy uses all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available threads correctly.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1.48x  norm2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Memory-bandwidth bound kernel.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Kokkos parallel_reduce better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uses all 4 threads for reduction.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1.41x  softmax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Per-row: Kokkos dispatches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parallel_for across rows.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~1.0x  michalewicz, projectile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Both compute-bound; similar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parallelism. Near-parity expected.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1.15x  complex  |  1.03x wordcount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Slight Kokkos advantage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Deep Dive: norm2 -- Scaling &amp; Memory Bandwidth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norm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7772400" cy="3200400"/>
          </a:xfrm>
          <a:prstGeom prst="rect">
            <a:avLst/>
          </a:prstGeom>
        </p:spPr>
      </p:pic>
      <p:pic>
        <p:nvPicPr>
          <p:cNvPr id="7" name="Picture 6" descr="fig4_band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389120"/>
            <a:ext cx="77724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005840"/>
            <a:ext cx="374903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02020"/>
                </a:solidFill>
              </a:rPr>
              <a:t>norm2 Analysis: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Kernel: sum(a[i]^2) for i in [0,N)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Memory pattern: read-only, streaming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-&gt; Memory-bandwidth bound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Kokkos: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Flat ~8.25 Gop/s across all sizes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Achieves ~2.06 GB/s at 512M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Stable parallelism from small N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OpenMP CPU: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Ramps 0.14 -&gt; 3.55 Gop/s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Poor efficiency at small N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(omp target overhead on host)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  Achieves ~1.35 GB/s at 512M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Kokkos: 1.53x better BW at large N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Both well below theoretical peak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(typical ~40-50 GB/s DDR4 BW)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Indicates other bottlenecks</a:t>
            </a:r>
          </a:p>
          <a:p>
            <a:pPr algn="l"/>
            <a:r>
              <a:rPr sz="1100">
                <a:solidFill>
                  <a:srgbClr val="202020"/>
                </a:solidFill>
              </a:rPr>
              <a:t>(thread sync, cache effects)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Performance Data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51560"/>
            <a:ext cx="1188720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789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0789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Problem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789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Kokkos (ms)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789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OMP CPU (ms)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078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Speedup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1554480"/>
            <a:ext cx="11887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16184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norm2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184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512M floats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184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130.5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184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192.6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6184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>1.48x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6184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parallel_reduce(+)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2029967"/>
            <a:ext cx="1188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209397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softmax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09397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1024x512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9397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9397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09397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>1.41x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09397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505456"/>
            <a:ext cx="11887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25694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stencil1d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5694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1M elements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5694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0.52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694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9.54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5694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>18.35x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5694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TeamPolicy+Scratch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2980944"/>
            <a:ext cx="1188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304495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michalewicz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04495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1M pts, d=10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0449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108.8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0449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107.3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04495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0.99x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04495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parallel_reduce(min)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" y="3456432"/>
            <a:ext cx="11887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3520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projectile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3520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10M objects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520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49.3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5204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49.0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520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0.99x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35204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" y="3931920"/>
            <a:ext cx="1188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39959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complex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39959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1M elements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39959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31.2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9959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36.0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39959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>1.15x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39959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4407408"/>
            <a:ext cx="11887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4471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wordcount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44714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1G chars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4471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787.1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471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813.2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4714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>1.03x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44714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parallel_reduce(+)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" y="4882896"/>
            <a:ext cx="1188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" y="49469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haversine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49469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10K pairs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49469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0.26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9469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N/A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49469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N/A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4946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parallel_for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7160" y="5358384"/>
            <a:ext cx="118872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5422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damage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5422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100K nodes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5422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0.035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5422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N/A 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5422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N/A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18320" y="54223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TeamPolicy+reduce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" y="5833872"/>
            <a:ext cx="1188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5897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reverse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86000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256 elem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0" y="5897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31.1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897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N/A *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897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N/A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18320" y="5897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</a:rPr>
              <a:t>TeamPolicy+Scratch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" y="640080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</a:rPr>
              <a:t>* damage, reverse: OMP target teams with local arrays produces incorrect results with GCC CPU fallback.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Discussion: Portability &amp;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02020"/>
                </a:solidFill>
              </a:rPr>
              <a:t>Kokkos Advantages on CPU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Correct results for ALL 10 new benchmarks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Consistent parallel thread use (OpenMP backend)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TeamPolicy works portably: CPU thread pool / GPU thread block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ScratchMemory: stack cache on CPU / shared mem on GPU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No compiler-specific target fallback concerns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Better performance for stencil/reduction patterns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Portable performance: same source -&gt; GPU speedup expected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OpenMP Target Issues on CPU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GCC: omp target -&gt; host fallback (no device)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Team-local arrays in target regions: incorrect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damage: checksum 3.9B (Kokkos) vs 117.9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reverse: FAIL (wrong array order)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stencil1d: OMP target teams runs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sequentially on CPU -&gt; 18x slower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(no thread-level parallelism within team)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OpenMP benchmarks designed for GPU: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CPU performance is not representative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Kokkos provides a fairer CPU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029200"/>
            <a:ext cx="11612880" cy="1645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</a:rPr>
              <a:t>Key Insight: stencil1d 18x Speedup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OMP: '#pragma omp target teams' creates M=length/BLOCK_SIZE teams on GPU.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On CPU with GCC fallback, teams execute ONE AT A TIME (not parallel).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Kokkos: 'TeamPolicy(M, AUTO)' distributes teams to OpenMP threads -&gt; all 4 run in parallel.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Same algorithm, same source structure -&gt; very different CPU behavior. Kokkos is MORE portable.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Conclusions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02020"/>
                </a:solidFill>
              </a:rPr>
              <a:t>Conclusions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1. Ported 10 new benchmarks to Kokkos, coverage grows from 19 to 29 (6% -&gt; 9%)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2. Found and fixed 1 correctness bug in adam-kokkos (eps 1e-8 -&gt; 1e-10)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3. All 18 other existing Kokkos benchmarks are arithmetically correct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4. Kokkos (OpenMP) is faster than OMP CPU fallback for 5/7 comparable benchmarks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5. Portability advantage: Kokkos TeamPolicy produces correct results on CPU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 where OMP target team patterns fail (damage, reverse)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6. stencil1d: 18x speedup proves Kokkos better maps parallelism to CPU threads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7. Memory-bound norm2: Kokkos achieves 1.5x better bandwidth (2.06 vs 1.35 GB/s)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8. Compute-bound benchmarks (michalewicz, projectile): near-parity as expected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66344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Future Work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Port remaining 292 OMP benchmarks to Kokkos (currently 9% coverage)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Priority: simple element-wise -&gt; reductions -&gt; stencils -&gt; irregular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Test Kokkos CUDA/HIP backend: compare GPU performance vs OMP target offload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Evaluate on NVIDIA A100/H100 and AMD MI-series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Roofline analysis: measure actual flops/byte vs theoretical peak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Identify whether benchmarks are compute- or memory-bandwidth bound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Thread scaling study: measure speedup with 1/2/4/8 threads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Compare Kokkos OpenMP vs native OMP scaling efficiency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Automated Kokkos porting tool: transform omp target kernels via AST rewriting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8231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</a:rPr>
              <a:t>Appendix: Execution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02020"/>
                </a:solidFill>
              </a:rPr>
              <a:t>Hardware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CPU:    4-core x86_64 (GitHub Actions runner)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Memory: 16 GB RAM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Storage: SSD-backed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02020"/>
                </a:solidFill>
              </a:rPr>
              <a:t>Software Stack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OS:              Ubuntu 24.04 LTS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GCC:             13.3.0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Kokkos:          3.7.01 (libkokkos-dev, apt)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OpenMP:          4.5 (GCC libgomp)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CMake:           3.31.6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OMP_NUM_THREADS: 4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OMP_PROC_BIND:   spread</a:t>
            </a:r>
          </a:p>
          <a:p>
            <a:pPr algn="l"/>
            <a:r>
              <a:rPr sz="1300">
                <a:solidFill>
                  <a:srgbClr val="202020"/>
                </a:solidFill>
              </a:rPr>
              <a:t>  OMP_PLACES:      threads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02020"/>
                </a:solidFill>
              </a:rPr>
              <a:t>Build Commands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Kokkos benchmarks: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g++ -std=c++17 -fopenmp -I/usr/include -O3 \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   -L/usr/lib/x86_64-linux-gnu \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   -lkokkoscore -lkokkoscontainers \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    -fopenmp -lpthread -ldl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OpenMP CPU benchmarks: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g++ -std=c++14 -fopenmp -O3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(OMP target regions -&gt; host fallback)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Kokkos backends (from KokkosCore_config.h):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KOKKOS_ENABLE_OPENMP:  ON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KOKKOS_ENABLE_CUDA:    OFF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KOKKOS_ENABLE_HIP:     OFF</a:t>
            </a:r>
          </a:p>
          <a:p>
            <a:pPr algn="l"/>
            <a:r>
              <a:rPr sz="1200">
                <a:solidFill>
                  <a:srgbClr val="202020"/>
                </a:solidFill>
              </a:rPr>
              <a:t>  KOKKOS_ENABLE_SERIAL: 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